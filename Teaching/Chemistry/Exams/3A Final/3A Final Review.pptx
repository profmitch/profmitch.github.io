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3" r:id="rId1"/>
  </p:sldMasterIdLst>
  <p:notesMasterIdLst>
    <p:notesMasterId r:id="rId19"/>
  </p:notesMasterIdLst>
  <p:sldIdLst>
    <p:sldId id="608" r:id="rId2"/>
    <p:sldId id="614" r:id="rId3"/>
    <p:sldId id="615" r:id="rId4"/>
    <p:sldId id="609" r:id="rId5"/>
    <p:sldId id="616" r:id="rId6"/>
    <p:sldId id="610" r:id="rId7"/>
    <p:sldId id="611" r:id="rId8"/>
    <p:sldId id="612" r:id="rId9"/>
    <p:sldId id="613" r:id="rId10"/>
    <p:sldId id="617" r:id="rId11"/>
    <p:sldId id="618" r:id="rId12"/>
    <p:sldId id="619" r:id="rId13"/>
    <p:sldId id="620" r:id="rId14"/>
    <p:sldId id="621" r:id="rId15"/>
    <p:sldId id="624" r:id="rId16"/>
    <p:sldId id="622" r:id="rId17"/>
    <p:sldId id="623" r:id="rId1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FF00"/>
    <a:srgbClr val="FF0066"/>
    <a:srgbClr val="CC99FF"/>
    <a:srgbClr val="99FFCC"/>
    <a:srgbClr val="FFFFCC"/>
    <a:srgbClr val="339933"/>
    <a:srgbClr val="CCFFFF"/>
    <a:srgbClr val="FFFF99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2" autoAdjust="0"/>
    <p:restoredTop sz="94620" autoAdjust="0"/>
  </p:normalViewPr>
  <p:slideViewPr>
    <p:cSldViewPr snapToGrid="0">
      <p:cViewPr varScale="1">
        <p:scale>
          <a:sx n="129" d="100"/>
          <a:sy n="129" d="100"/>
        </p:scale>
        <p:origin x="468" y="114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0" d="100"/>
        <a:sy n="180" d="100"/>
      </p:scale>
      <p:origin x="0" y="-46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4CB21-8540-E34E-99D5-DBB61C460B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D2053-A9F4-4414-A3FB-98959FE1F8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162CC9-4E20-A957-5604-1237F17B2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27691" y="636499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baseline="0">
                <a:solidFill>
                  <a:schemeClr val="bg1"/>
                </a:solidFill>
              </a:defRPr>
            </a:lvl1pPr>
          </a:lstStyle>
          <a:p>
            <a:fld id="{061D2053-A9F4-4414-A3FB-98959FE1F8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03197" y="1295478"/>
            <a:ext cx="8111067" cy="769441"/>
          </a:xfrm>
        </p:spPr>
        <p:txBody>
          <a:bodyPr/>
          <a:lstStyle/>
          <a:p>
            <a:r>
              <a:rPr lang="en-US" sz="4400" dirty="0"/>
              <a:t>Introductory General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933" y="335982"/>
            <a:ext cx="6793992" cy="1466314"/>
          </a:xfrm>
        </p:spPr>
        <p:txBody>
          <a:bodyPr/>
          <a:lstStyle/>
          <a:p>
            <a:r>
              <a:rPr lang="en-US" sz="48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Mitch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F076B50A-8DFC-B976-E589-F7B1C6233B99}"/>
              </a:ext>
            </a:extLst>
          </p:cNvPr>
          <p:cNvSpPr txBox="1">
            <a:spLocks/>
          </p:cNvSpPr>
          <p:nvPr/>
        </p:nvSpPr>
        <p:spPr bwMode="auto">
          <a:xfrm>
            <a:off x="542780" y="4096208"/>
            <a:ext cx="6793992" cy="1466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Courier New" pitchFamily="49" charset="0"/>
              <a:buNone/>
              <a:defRPr sz="1600">
                <a:solidFill>
                  <a:schemeClr val="bg1"/>
                </a:solidFill>
                <a:latin typeface="+mn-lt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bg1"/>
                </a:solidFill>
                <a:latin typeface="+mn-lt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endParaRPr lang="en-US" sz="4800" kern="0" dirty="0">
              <a:solidFill>
                <a:srgbClr val="CC99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itle 3">
            <a:extLst>
              <a:ext uri="{FF2B5EF4-FFF2-40B4-BE49-F238E27FC236}">
                <a16:creationId xmlns:a16="http://schemas.microsoft.com/office/drawing/2014/main" id="{0F667B90-ADA0-D7AE-AC82-9C44B2A46AE5}"/>
              </a:ext>
            </a:extLst>
          </p:cNvPr>
          <p:cNvSpPr txBox="1">
            <a:spLocks/>
          </p:cNvSpPr>
          <p:nvPr/>
        </p:nvSpPr>
        <p:spPr bwMode="auto">
          <a:xfrm>
            <a:off x="490153" y="3730219"/>
            <a:ext cx="811106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7200">
                <a:solidFill>
                  <a:srgbClr val="FFFF99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9pPr>
          </a:lstStyle>
          <a:p>
            <a:r>
              <a:rPr lang="en-US" sz="6000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ACS Final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BD99B0-D2AC-EDC2-BF03-2C1BCF9FC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83" y="1966708"/>
            <a:ext cx="8297433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547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1B0A64-3288-3439-5C06-6F06F7A48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83" y="868376"/>
            <a:ext cx="8211696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521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8431A-C18C-CD2C-E068-0A9AB35DCA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364288"/>
            <a:ext cx="2057400" cy="365125"/>
          </a:xfrm>
        </p:spPr>
        <p:txBody>
          <a:bodyPr/>
          <a:lstStyle/>
          <a:p>
            <a:fld id="{061D2053-A9F4-4414-A3FB-98959FE1F87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F932F-9038-E927-DCF3-B036F42F7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268" y="499101"/>
            <a:ext cx="5475064" cy="585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340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570A05-5F50-F3CF-FA8A-66A2B9D0F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806" y="216961"/>
            <a:ext cx="4955177" cy="4164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1000E7-41E1-B48C-DD8C-1A1A553A2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806" y="4381419"/>
            <a:ext cx="4955177" cy="214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7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1241A-F0B3-CA34-B9CF-ED216B9AC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606" y="298703"/>
            <a:ext cx="5104788" cy="602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71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1131DA-763C-6C7B-F3B2-052C0A877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097" y="230767"/>
            <a:ext cx="4720454" cy="30272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300C39-9772-EDF9-6064-A38BDBB89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096" y="3181989"/>
            <a:ext cx="4722737" cy="327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160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87F8EB-EF9B-4B4F-CB66-679DF91E6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131" y="450068"/>
            <a:ext cx="4663738" cy="595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65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352C94-D55A-6F18-24E2-A8536AA0D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144644" y="1747101"/>
            <a:ext cx="2167250" cy="408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986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170B94-76B5-9233-F8A9-605F84605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734" y="356759"/>
            <a:ext cx="4172532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70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13FE59-51F3-190D-45E2-F5BE82EFA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465" y="122664"/>
            <a:ext cx="4974508" cy="25523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2E7781-BBDF-1F3A-D198-258C4D211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094" y="2675030"/>
            <a:ext cx="4980879" cy="398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26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869B0D-4957-DDB6-785C-8B1A0F754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30" y="621888"/>
            <a:ext cx="6019451" cy="588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61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C0FDF9-02AE-E700-8EB5-159DF31CE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046" y="225243"/>
            <a:ext cx="3690697" cy="17084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773667-BDD0-3BFD-F8D0-40B86E573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256" y="1903141"/>
            <a:ext cx="3713487" cy="472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994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6BE895-337A-C15C-9578-05F79DB3E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424" y="749291"/>
            <a:ext cx="4877151" cy="510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10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4D7EC-7DBB-99DE-6D0B-93809AE9B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8355EF-B52F-B434-A18B-434D62B99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120" y="545554"/>
            <a:ext cx="4676513" cy="57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264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9803C-F138-56BC-296F-5DA0EF42B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96" y="1950284"/>
            <a:ext cx="7062344" cy="2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23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086260"/>
      </p:ext>
    </p:extLst>
  </p:cSld>
  <p:clrMapOvr>
    <a:masterClrMapping/>
  </p:clrMapOvr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31346</TotalTime>
  <Words>12</Words>
  <Application>Microsoft Office PowerPoint</Application>
  <PresentationFormat>On-screen Show (4:3)</PresentationFormat>
  <Paragraphs>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Cambria</vt:lpstr>
      <vt:lpstr>Courier New</vt:lpstr>
      <vt:lpstr>Tahoma</vt:lpstr>
      <vt:lpstr>Times New Roman</vt:lpstr>
      <vt:lpstr>Verdana</vt:lpstr>
      <vt:lpstr>Wingdings</vt:lpstr>
      <vt:lpstr>Light-on-dark-standard-presentation</vt:lpstr>
      <vt:lpstr>Introductory General Chemistry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Mitch Halloran</cp:lastModifiedBy>
  <cp:revision>1063</cp:revision>
  <cp:lastPrinted>2016-03-14T04:22:58Z</cp:lastPrinted>
  <dcterms:created xsi:type="dcterms:W3CDTF">2005-12-08T13:54:14Z</dcterms:created>
  <dcterms:modified xsi:type="dcterms:W3CDTF">2025-12-02T23:30:13Z</dcterms:modified>
</cp:coreProperties>
</file>